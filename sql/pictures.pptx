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B61C1B"/>
    <a:srgbClr val="1287B1"/>
    <a:srgbClr val="BCE7FC"/>
    <a:srgbClr val="3C9FFA"/>
    <a:srgbClr val="358BDB"/>
    <a:srgbClr val="0077DF"/>
    <a:srgbClr val="336691"/>
    <a:srgbClr val="EF1B24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4460"/>
    <p:restoredTop sz="94674"/>
  </p:normalViewPr>
  <p:slideViewPr>
    <p:cSldViewPr snapToGrid="0">
      <p:cViewPr varScale="1">
        <p:scale>
          <a:sx n="106" d="100"/>
          <a:sy n="106" d="100"/>
        </p:scale>
        <p:origin x="200" y="56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3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ableStyles" Target="tableStyles.xml"/><Relationship Id="rId5" Type="http://schemas.openxmlformats.org/officeDocument/2006/relationships/theme" Target="theme/theme1.xml"/><Relationship Id="rId4" Type="http://schemas.openxmlformats.org/officeDocument/2006/relationships/viewProps" Target="view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F738CD1-EF91-296E-30F0-AC619CDDF8D2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89EE2CCB-70DB-CCF9-241F-19CC74A193FC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A2AC4D7-304F-3B95-7916-0500032F3D6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C1E0B3C-E2C7-534D-971A-DFA71DA59DBD}" type="datetimeFigureOut">
              <a:rPr lang="en-US" smtClean="0"/>
              <a:t>5/13/26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C6E87AD-399C-7B54-301A-95A7D3D35DE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3D7CECD-99D7-C9EC-69AB-73DE14B6A45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B192866-3D19-4E4E-B177-53330426DCD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85465385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F159272-CA1E-6DC0-D17E-5B2C55DCB86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7351CEE-54AA-ADBC-CD60-0BA8E45C129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1ABDFF6-D68B-1C45-0F6D-1F437AA6017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C1E0B3C-E2C7-534D-971A-DFA71DA59DBD}" type="datetimeFigureOut">
              <a:rPr lang="en-US" smtClean="0"/>
              <a:t>5/13/26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9708A29-D46B-7D1E-5F52-0388C16FDEB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D0148A6-0912-07A6-5C8C-F98540CEEDE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B192866-3D19-4E4E-B177-53330426DCD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22953843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B96A286-60AF-5011-9EA6-82896DBBD72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2E8939D8-B99A-32ED-8950-05F06C00F35C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BEED1B9-7072-C6FD-8C33-C02EEEFAC7D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C1E0B3C-E2C7-534D-971A-DFA71DA59DBD}" type="datetimeFigureOut">
              <a:rPr lang="en-US" smtClean="0"/>
              <a:t>5/13/26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0965D28-2E05-6EF3-755C-703C1FDCA32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38EC2A9-6DD9-4F57-05A9-03414A61B8E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B192866-3D19-4E4E-B177-53330426DCD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8357081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B5AF4DE-8B0F-0E0E-63E1-DAF083D7255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986D233-B733-0951-E5FB-AB9D129F9BD8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70409474-8D01-6FC9-D5CD-27E3AB3C99A3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98951DD1-CEAC-ABB7-6EFC-5242E53A808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C1E0B3C-E2C7-534D-971A-DFA71DA59DBD}" type="datetimeFigureOut">
              <a:rPr lang="en-US" smtClean="0"/>
              <a:t>5/13/26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17DB7A16-F67A-F728-E0EE-2CDCACCA2E5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C762F4D2-423F-282D-3522-7DA13E5146C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B192866-3D19-4E4E-B177-53330426DCD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3882723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CFA8B80-4442-54D1-9E29-691B7CA3A99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AAFFF26E-95D1-5286-571E-96C3671C59C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47A46E0D-9C35-1D46-BCA3-5F81342F1C58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63AE427E-3A77-6DD5-B71C-7E8966E82B5F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DEF7F1B6-6680-22CF-F9C6-A8EF35A458CE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033B03CE-8940-D266-0111-7C0ABEF4582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C1E0B3C-E2C7-534D-971A-DFA71DA59DBD}" type="datetimeFigureOut">
              <a:rPr lang="en-US" smtClean="0"/>
              <a:t>5/13/26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668DA762-743D-AED7-2198-5C931A3846D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B9C184E9-A723-8452-81FE-68178A6E7CF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B192866-3D19-4E4E-B177-53330426DCD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5748509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B595B59-E91F-B956-15AD-3330837D98E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681EAA98-965B-0F6F-9D53-7F2D58BD14F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C1E0B3C-E2C7-534D-971A-DFA71DA59DBD}" type="datetimeFigureOut">
              <a:rPr lang="en-US" smtClean="0"/>
              <a:t>5/13/26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A2D1C8F0-2EAD-FF43-27F2-144F27ABFFF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8AC72F2E-3CF0-1465-9101-FD483CE897D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B192866-3D19-4E4E-B177-53330426DCD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36841799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3CCCEF56-0E38-6879-B080-417418C1D49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C1E0B3C-E2C7-534D-971A-DFA71DA59DBD}" type="datetimeFigureOut">
              <a:rPr lang="en-US" smtClean="0"/>
              <a:t>5/13/26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DD8067BB-8661-F6F4-8926-07DBA00C65A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DA0B2ED-3916-A4CC-7BD0-E3C46289BF2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B192866-3D19-4E4E-B177-53330426DCD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11134550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B2260C3-4BAA-5250-4DC7-C351B09E43D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A29972E-509A-7FB0-4244-920C5DCDF82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048BF7E1-4604-2EB7-AE37-A35E6CEBC9E2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1A601A0B-91DB-3059-8BBA-9D5EF5DF7DE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C1E0B3C-E2C7-534D-971A-DFA71DA59DBD}" type="datetimeFigureOut">
              <a:rPr lang="en-US" smtClean="0"/>
              <a:t>5/13/26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4FF2278F-C2D6-8104-53DA-7D677906106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416D28B8-9C93-EA95-58CD-5B6FD5E8CCC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B192866-3D19-4E4E-B177-53330426DCD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22985961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9656DA6-6BC5-9FC7-7A5D-4922F2C05AE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52562579-D823-15FC-4E2E-DBE56D8AC79A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75DFA95F-EAB8-415B-52CA-7D8468B2C05A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F1F4CBB9-C38B-4892-D218-0D8412F3C06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C1E0B3C-E2C7-534D-971A-DFA71DA59DBD}" type="datetimeFigureOut">
              <a:rPr lang="en-US" smtClean="0"/>
              <a:t>5/13/26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A3419D3-B136-9366-6039-F47D45512F7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F99C0317-22D9-5EAD-2FAA-3304B91B7CB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B192866-3D19-4E4E-B177-53330426DCD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54550154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D331D51-8049-65F7-C43E-3BEB210EEFD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697D0314-0788-61C7-94BD-4E9EE9991889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3B1391F-C470-7DA8-8772-21BB51FAFC6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C1E0B3C-E2C7-534D-971A-DFA71DA59DBD}" type="datetimeFigureOut">
              <a:rPr lang="en-US" smtClean="0"/>
              <a:t>5/13/26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F2DDDCD-C207-AF23-DC91-30DB43774B2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E8984F7-DE2C-FB47-FA3C-09A58077359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B192866-3D19-4E4E-B177-53330426DCD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35353831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0ABCAF9F-60DD-08C1-1517-657BDF0EE5EC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2AD5614E-AE74-998D-BDEE-BF0284E5F45C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1A6F0EE-040F-94BA-9D72-D571651C822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C1E0B3C-E2C7-534D-971A-DFA71DA59DBD}" type="datetimeFigureOut">
              <a:rPr lang="en-US" smtClean="0"/>
              <a:t>5/13/26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2665118-CA27-1069-6708-9720A0A3C1A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54A86A5-B39F-4027-6721-6958853823E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B192866-3D19-4E4E-B177-53330426DCD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50105377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708D52C0-245D-49E1-C94A-9458CD66EBD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03763CDA-6AAA-020D-E033-EDCC7D22332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A4B3FBC-3772-C113-DF85-6EA545FBBB28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C1E0B3C-E2C7-534D-971A-DFA71DA59DBD}" type="datetimeFigureOut">
              <a:rPr lang="en-US" smtClean="0"/>
              <a:t>5/13/26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CF6949B-0408-C029-56AB-A08C2A944DF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749909C-FE5F-549C-8C8C-D0025CA6C0BB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4B192866-3D19-4E4E-B177-53330426DCD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3537195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9297AC5B-7B6C-CEDC-8F4E-E90E943C063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9135" y="710283"/>
            <a:ext cx="1270131" cy="1270131"/>
          </a:xfrm>
          <a:prstGeom prst="rect">
            <a:avLst/>
          </a:prstGeom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AE6DF881-E6D2-1198-A14F-A592866073D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296583" y="1054784"/>
            <a:ext cx="1094648" cy="566641"/>
          </a:xfrm>
          <a:prstGeom prst="rect">
            <a:avLst/>
          </a:prstGeom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0A3B8354-0705-4585-BD7C-C6B3D9ABA9EB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245335" y="2158345"/>
            <a:ext cx="1336276" cy="1348101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0BE7873D-94FB-03E8-58CD-3565249E28A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69236" y="2186626"/>
            <a:ext cx="1270131" cy="1270131"/>
          </a:xfrm>
          <a:prstGeom prst="rect">
            <a:avLst/>
          </a:prstGeom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AFC200A4-F3A9-7190-DBFA-D37F0E81D36F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59135" y="3666045"/>
            <a:ext cx="1336276" cy="1348101"/>
          </a:xfrm>
          <a:prstGeom prst="rect">
            <a:avLst/>
          </a:prstGeom>
        </p:spPr>
      </p:pic>
      <p:pic>
        <p:nvPicPr>
          <p:cNvPr id="11" name="Picture 10">
            <a:extLst>
              <a:ext uri="{FF2B5EF4-FFF2-40B4-BE49-F238E27FC236}">
                <a16:creationId xmlns:a16="http://schemas.microsoft.com/office/drawing/2014/main" id="{9DC272E8-98D8-D13D-0E91-834D78ED9C9F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385128" y="3666045"/>
            <a:ext cx="1336276" cy="1348101"/>
          </a:xfrm>
          <a:prstGeom prst="rect">
            <a:avLst/>
          </a:prstGeom>
        </p:spPr>
      </p:pic>
      <p:pic>
        <p:nvPicPr>
          <p:cNvPr id="12" name="Picture 11">
            <a:extLst>
              <a:ext uri="{FF2B5EF4-FFF2-40B4-BE49-F238E27FC236}">
                <a16:creationId xmlns:a16="http://schemas.microsoft.com/office/drawing/2014/main" id="{FE6F0DE1-B7CA-47A1-08C8-44E361BA9607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36163" y="5014146"/>
            <a:ext cx="1336276" cy="1348101"/>
          </a:xfrm>
          <a:prstGeom prst="rect">
            <a:avLst/>
          </a:prstGeom>
        </p:spPr>
      </p:pic>
      <p:pic>
        <p:nvPicPr>
          <p:cNvPr id="15" name="Picture 14">
            <a:extLst>
              <a:ext uri="{FF2B5EF4-FFF2-40B4-BE49-F238E27FC236}">
                <a16:creationId xmlns:a16="http://schemas.microsoft.com/office/drawing/2014/main" id="{0180EF89-BF1B-3A6C-03C8-073531C8863D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963437" y="710282"/>
            <a:ext cx="1270131" cy="1260436"/>
          </a:xfrm>
          <a:prstGeom prst="rect">
            <a:avLst/>
          </a:prstGeom>
        </p:spPr>
      </p:pic>
      <p:pic>
        <p:nvPicPr>
          <p:cNvPr id="16" name="Picture 15">
            <a:extLst>
              <a:ext uri="{FF2B5EF4-FFF2-40B4-BE49-F238E27FC236}">
                <a16:creationId xmlns:a16="http://schemas.microsoft.com/office/drawing/2014/main" id="{C0683A7D-36B1-FCAB-F3CD-C9845F9FAF8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933244" y="710281"/>
            <a:ext cx="1270131" cy="1270131"/>
          </a:xfrm>
          <a:prstGeom prst="rect">
            <a:avLst/>
          </a:prstGeom>
        </p:spPr>
      </p:pic>
      <p:pic>
        <p:nvPicPr>
          <p:cNvPr id="17" name="Picture 16">
            <a:extLst>
              <a:ext uri="{FF2B5EF4-FFF2-40B4-BE49-F238E27FC236}">
                <a16:creationId xmlns:a16="http://schemas.microsoft.com/office/drawing/2014/main" id="{6346A1E2-8CCF-327A-A1E1-2ADB6B784303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933244" y="2166494"/>
            <a:ext cx="1336276" cy="1348101"/>
          </a:xfrm>
          <a:prstGeom prst="rect">
            <a:avLst/>
          </a:prstGeom>
        </p:spPr>
      </p:pic>
      <p:pic>
        <p:nvPicPr>
          <p:cNvPr id="18" name="Picture 17">
            <a:extLst>
              <a:ext uri="{FF2B5EF4-FFF2-40B4-BE49-F238E27FC236}">
                <a16:creationId xmlns:a16="http://schemas.microsoft.com/office/drawing/2014/main" id="{2121FCB0-0E9C-35DD-35E7-A6862863EA86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010571" y="2147640"/>
            <a:ext cx="1270131" cy="1260436"/>
          </a:xfrm>
          <a:prstGeom prst="rect">
            <a:avLst/>
          </a:prstGeom>
        </p:spPr>
      </p:pic>
      <p:sp>
        <p:nvSpPr>
          <p:cNvPr id="3" name="Right Arrow 2">
            <a:extLst>
              <a:ext uri="{FF2B5EF4-FFF2-40B4-BE49-F238E27FC236}">
                <a16:creationId xmlns:a16="http://schemas.microsoft.com/office/drawing/2014/main" id="{C43E7B4D-0F8A-F5DB-7DC0-98DF6B91613F}"/>
              </a:ext>
            </a:extLst>
          </p:cNvPr>
          <p:cNvSpPr/>
          <p:nvPr/>
        </p:nvSpPr>
        <p:spPr>
          <a:xfrm>
            <a:off x="1584736" y="1213852"/>
            <a:ext cx="633071" cy="306634"/>
          </a:xfrm>
          <a:prstGeom prst="rightArrow">
            <a:avLst>
              <a:gd name="adj1" fmla="val 50000"/>
              <a:gd name="adj2" fmla="val 104933"/>
            </a:avLst>
          </a:prstGeom>
          <a:solidFill>
            <a:srgbClr val="EF1B24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Right Arrow 5">
            <a:extLst>
              <a:ext uri="{FF2B5EF4-FFF2-40B4-BE49-F238E27FC236}">
                <a16:creationId xmlns:a16="http://schemas.microsoft.com/office/drawing/2014/main" id="{0AC8176B-2EC5-F5E9-5765-741FC02A290F}"/>
              </a:ext>
            </a:extLst>
          </p:cNvPr>
          <p:cNvSpPr/>
          <p:nvPr/>
        </p:nvSpPr>
        <p:spPr>
          <a:xfrm>
            <a:off x="1613837" y="2684207"/>
            <a:ext cx="633071" cy="306634"/>
          </a:xfrm>
          <a:prstGeom prst="rightArrow">
            <a:avLst>
              <a:gd name="adj1" fmla="val 50000"/>
              <a:gd name="adj2" fmla="val 104933"/>
            </a:avLst>
          </a:prstGeom>
          <a:solidFill>
            <a:srgbClr val="EF1B24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Right Arrow 6">
            <a:extLst>
              <a:ext uri="{FF2B5EF4-FFF2-40B4-BE49-F238E27FC236}">
                <a16:creationId xmlns:a16="http://schemas.microsoft.com/office/drawing/2014/main" id="{5E4851A4-09E8-ACF2-AA70-9210F84BA8CB}"/>
              </a:ext>
            </a:extLst>
          </p:cNvPr>
          <p:cNvSpPr/>
          <p:nvPr/>
        </p:nvSpPr>
        <p:spPr>
          <a:xfrm>
            <a:off x="5282151" y="1223279"/>
            <a:ext cx="633071" cy="306634"/>
          </a:xfrm>
          <a:prstGeom prst="rightArrow">
            <a:avLst>
              <a:gd name="adj1" fmla="val 50000"/>
              <a:gd name="adj2" fmla="val 104933"/>
            </a:avLst>
          </a:prstGeom>
          <a:solidFill>
            <a:srgbClr val="EF1B24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Right Arrow 13">
            <a:extLst>
              <a:ext uri="{FF2B5EF4-FFF2-40B4-BE49-F238E27FC236}">
                <a16:creationId xmlns:a16="http://schemas.microsoft.com/office/drawing/2014/main" id="{394605DA-DD1A-9DDB-154C-C0EF86F698C6}"/>
              </a:ext>
            </a:extLst>
          </p:cNvPr>
          <p:cNvSpPr/>
          <p:nvPr/>
        </p:nvSpPr>
        <p:spPr>
          <a:xfrm>
            <a:off x="5323510" y="2624541"/>
            <a:ext cx="633071" cy="306634"/>
          </a:xfrm>
          <a:prstGeom prst="rightArrow">
            <a:avLst>
              <a:gd name="adj1" fmla="val 50000"/>
              <a:gd name="adj2" fmla="val 104933"/>
            </a:avLst>
          </a:prstGeom>
          <a:solidFill>
            <a:srgbClr val="33669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9" name="Right Arrow 18">
            <a:extLst>
              <a:ext uri="{FF2B5EF4-FFF2-40B4-BE49-F238E27FC236}">
                <a16:creationId xmlns:a16="http://schemas.microsoft.com/office/drawing/2014/main" id="{3C8D1600-56A8-4473-00FC-2F82010E666A}"/>
              </a:ext>
            </a:extLst>
          </p:cNvPr>
          <p:cNvSpPr/>
          <p:nvPr/>
        </p:nvSpPr>
        <p:spPr>
          <a:xfrm>
            <a:off x="1709487" y="4163989"/>
            <a:ext cx="633071" cy="306634"/>
          </a:xfrm>
          <a:prstGeom prst="rightArrow">
            <a:avLst>
              <a:gd name="adj1" fmla="val 50000"/>
              <a:gd name="adj2" fmla="val 104933"/>
            </a:avLst>
          </a:prstGeom>
          <a:solidFill>
            <a:srgbClr val="33669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0" name="Right Arrow 19">
            <a:extLst>
              <a:ext uri="{FF2B5EF4-FFF2-40B4-BE49-F238E27FC236}">
                <a16:creationId xmlns:a16="http://schemas.microsoft.com/office/drawing/2014/main" id="{391729C8-EA3E-11D9-FBA9-657F3C7B3D98}"/>
              </a:ext>
            </a:extLst>
          </p:cNvPr>
          <p:cNvSpPr/>
          <p:nvPr/>
        </p:nvSpPr>
        <p:spPr>
          <a:xfrm>
            <a:off x="1634596" y="5574184"/>
            <a:ext cx="633071" cy="306634"/>
          </a:xfrm>
          <a:prstGeom prst="rightArrow">
            <a:avLst>
              <a:gd name="adj1" fmla="val 50000"/>
              <a:gd name="adj2" fmla="val 104933"/>
            </a:avLst>
          </a:prstGeom>
          <a:solidFill>
            <a:srgbClr val="33669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22" name="Picture 21">
            <a:extLst>
              <a:ext uri="{FF2B5EF4-FFF2-40B4-BE49-F238E27FC236}">
                <a16:creationId xmlns:a16="http://schemas.microsoft.com/office/drawing/2014/main" id="{FF6515B7-B6F5-2BF4-F1A9-78DB937FEFC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366149" y="5404875"/>
            <a:ext cx="1094648" cy="566641"/>
          </a:xfrm>
          <a:prstGeom prst="rect">
            <a:avLst/>
          </a:prstGeom>
        </p:spPr>
      </p:pic>
      <p:pic>
        <p:nvPicPr>
          <p:cNvPr id="2" name="Picture 1">
            <a:extLst>
              <a:ext uri="{FF2B5EF4-FFF2-40B4-BE49-F238E27FC236}">
                <a16:creationId xmlns:a16="http://schemas.microsoft.com/office/drawing/2014/main" id="{780C9618-041C-B5CF-7428-2DDB68888C7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174872" y="3944989"/>
            <a:ext cx="1094648" cy="566641"/>
          </a:xfrm>
          <a:prstGeom prst="rect">
            <a:avLst/>
          </a:prstGeom>
        </p:spPr>
      </p:pic>
      <p:pic>
        <p:nvPicPr>
          <p:cNvPr id="13" name="Picture 12">
            <a:extLst>
              <a:ext uri="{FF2B5EF4-FFF2-40B4-BE49-F238E27FC236}">
                <a16:creationId xmlns:a16="http://schemas.microsoft.com/office/drawing/2014/main" id="{A20FC51F-0B57-27D9-CBEC-D4B73CFAF57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964962" y="3944989"/>
            <a:ext cx="1094648" cy="566641"/>
          </a:xfrm>
          <a:prstGeom prst="rect">
            <a:avLst/>
          </a:prstGeom>
        </p:spPr>
      </p:pic>
      <p:sp>
        <p:nvSpPr>
          <p:cNvPr id="21" name="Right Arrow 20">
            <a:extLst>
              <a:ext uri="{FF2B5EF4-FFF2-40B4-BE49-F238E27FC236}">
                <a16:creationId xmlns:a16="http://schemas.microsoft.com/office/drawing/2014/main" id="{8395C39A-1AA1-E044-CD65-8E4716AF1B53}"/>
              </a:ext>
            </a:extLst>
          </p:cNvPr>
          <p:cNvSpPr/>
          <p:nvPr/>
        </p:nvSpPr>
        <p:spPr>
          <a:xfrm>
            <a:off x="5375122" y="4096267"/>
            <a:ext cx="490588" cy="240089"/>
          </a:xfrm>
          <a:prstGeom prst="rightArrow">
            <a:avLst>
              <a:gd name="adj1" fmla="val 50000"/>
              <a:gd name="adj2" fmla="val 104933"/>
            </a:avLst>
          </a:prstGeom>
          <a:solidFill>
            <a:srgbClr val="1287B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23" name="Picture 22">
            <a:extLst>
              <a:ext uri="{FF2B5EF4-FFF2-40B4-BE49-F238E27FC236}">
                <a16:creationId xmlns:a16="http://schemas.microsoft.com/office/drawing/2014/main" id="{5D05EB50-21B7-D774-8FC4-43881F744D5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108727" y="5007543"/>
            <a:ext cx="1094648" cy="566641"/>
          </a:xfrm>
          <a:prstGeom prst="rect">
            <a:avLst/>
          </a:prstGeom>
        </p:spPr>
      </p:pic>
      <p:sp>
        <p:nvSpPr>
          <p:cNvPr id="25" name="Right Arrow 24">
            <a:extLst>
              <a:ext uri="{FF2B5EF4-FFF2-40B4-BE49-F238E27FC236}">
                <a16:creationId xmlns:a16="http://schemas.microsoft.com/office/drawing/2014/main" id="{30227AA0-F8F8-0534-45D9-08494B8ADE27}"/>
              </a:ext>
            </a:extLst>
          </p:cNvPr>
          <p:cNvSpPr/>
          <p:nvPr/>
        </p:nvSpPr>
        <p:spPr>
          <a:xfrm>
            <a:off x="5308977" y="5158821"/>
            <a:ext cx="490588" cy="240089"/>
          </a:xfrm>
          <a:prstGeom prst="rightArrow">
            <a:avLst>
              <a:gd name="adj1" fmla="val 50000"/>
              <a:gd name="adj2" fmla="val 104933"/>
            </a:avLst>
          </a:prstGeom>
          <a:solidFill>
            <a:srgbClr val="1287B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26" name="Picture 25">
            <a:extLst>
              <a:ext uri="{FF2B5EF4-FFF2-40B4-BE49-F238E27FC236}">
                <a16:creationId xmlns:a16="http://schemas.microsoft.com/office/drawing/2014/main" id="{F8734051-726A-88B1-4E0C-4B47CC6CEC5D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844148" y="4637693"/>
            <a:ext cx="1336276" cy="1348101"/>
          </a:xfrm>
          <a:prstGeom prst="rect">
            <a:avLst/>
          </a:prstGeom>
        </p:spPr>
      </p:pic>
      <p:pic>
        <p:nvPicPr>
          <p:cNvPr id="1026" name="Picture 2" descr="Microsoft sql server Icons, Logos, Symbols – Free Download ...">
            <a:extLst>
              <a:ext uri="{FF2B5EF4-FFF2-40B4-BE49-F238E27FC236}">
                <a16:creationId xmlns:a16="http://schemas.microsoft.com/office/drawing/2014/main" id="{ADD5DC63-D8E1-D72E-A3CE-5117E36DCE60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783530" y="632311"/>
            <a:ext cx="1401567" cy="140156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4" name="Right Arrow 23">
            <a:extLst>
              <a:ext uri="{FF2B5EF4-FFF2-40B4-BE49-F238E27FC236}">
                <a16:creationId xmlns:a16="http://schemas.microsoft.com/office/drawing/2014/main" id="{6FF97ACD-DFFC-471E-C4FF-B27E108C6DBF}"/>
              </a:ext>
            </a:extLst>
          </p:cNvPr>
          <p:cNvSpPr/>
          <p:nvPr/>
        </p:nvSpPr>
        <p:spPr>
          <a:xfrm>
            <a:off x="9248677" y="1143745"/>
            <a:ext cx="490588" cy="240089"/>
          </a:xfrm>
          <a:prstGeom prst="rightArrow">
            <a:avLst>
              <a:gd name="adj1" fmla="val 50000"/>
              <a:gd name="adj2" fmla="val 104933"/>
            </a:avLst>
          </a:prstGeom>
          <a:solidFill>
            <a:srgbClr val="B61C1B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27" name="Picture 26">
            <a:extLst>
              <a:ext uri="{FF2B5EF4-FFF2-40B4-BE49-F238E27FC236}">
                <a16:creationId xmlns:a16="http://schemas.microsoft.com/office/drawing/2014/main" id="{D9EAE755-236B-9572-55FA-96CD8CDECB16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783848" y="622617"/>
            <a:ext cx="1336276" cy="134810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838852270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91</TotalTime>
  <Words>0</Words>
  <Application>Microsoft Macintosh PowerPoint</Application>
  <PresentationFormat>Widescreen</PresentationFormat>
  <Paragraphs>0</Paragraphs>
  <Slides>1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5" baseType="lpstr">
      <vt:lpstr>Arial</vt:lpstr>
      <vt:lpstr>Calibri</vt:lpstr>
      <vt:lpstr>Calibri Light</vt:lpstr>
      <vt:lpstr>Office Theme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max.rudik@outlook.com</dc:creator>
  <cp:lastModifiedBy>max.rudik@outlook.com</cp:lastModifiedBy>
  <cp:revision>7</cp:revision>
  <dcterms:created xsi:type="dcterms:W3CDTF">2025-10-14T05:22:54Z</dcterms:created>
  <dcterms:modified xsi:type="dcterms:W3CDTF">2026-05-13T14:19:32Z</dcterms:modified>
</cp:coreProperties>
</file>