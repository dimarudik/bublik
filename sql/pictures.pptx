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1"/>
    <a:srgbClr val="EF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4"/>
  </p:normalViewPr>
  <p:slideViewPr>
    <p:cSldViewPr snapToGrid="0">
      <p:cViewPr>
        <p:scale>
          <a:sx n="135" d="100"/>
          <a:sy n="135" d="100"/>
        </p:scale>
        <p:origin x="2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8CD1-EF91-296E-30F0-AC619CDDF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E2CCB-70DB-CCF9-241F-19CC74A19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AC4D7-304F-3B95-7916-0500032F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E87AD-399C-7B54-301A-95A7D3D3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7CECD-99D7-C9EC-69AB-73DE14B6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6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9272-CA1E-6DC0-D17E-5B2C55DC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1CEE-54AA-ADBC-CD60-0BA8E45C1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BDFF6-D68B-1C45-0F6D-1F437AA6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08A29-D46B-7D1E-5F52-0388C16F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148A6-0912-07A6-5C8C-F98540CE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5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A286-60AF-5011-9EA6-82896DBB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939D8-B99A-32ED-8950-05F06C00F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ED1B9-7072-C6FD-8C33-C02EEEFA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65D28-2E05-6EF3-755C-703C1FDC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EC2A9-6DD9-4F57-05A9-03414A61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F4DE-8B0F-0E0E-63E1-DAF083D7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D233-B733-0951-E5FB-AB9D129F9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09474-8D01-6FC9-D5CD-27E3AB3C9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51DD1-CEAC-ABB7-6EFC-5242E53A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B7A16-F67A-F728-E0EE-2CDCACCA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2F4D2-423F-282D-3522-7DA13E51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2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8B80-4442-54D1-9E29-691B7CA3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FF26E-95D1-5286-571E-96C3671C5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6E0D-9C35-1D46-BCA3-5F81342F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E427E-3A77-6DD5-B71C-7E8966E82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7F1B6-6680-22CF-F9C6-A8EF35A45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B03CE-8940-D266-0111-7C0ABEF4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DA762-743D-AED7-2198-5C931A38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184E9-A723-8452-81FE-68178A6E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8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5B59-E91F-B956-15AD-3330837D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AA98-965B-0F6F-9D53-7F2D58BD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1C8F0-2EAD-FF43-27F2-144F27AB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72F2E-3CF0-1465-9101-FD483CE8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4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CEF56-0E38-6879-B080-417418C1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067BB-8661-F6F4-8926-07DBA00C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B2ED-3916-A4CC-7BD0-E3C4628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60C3-4BAA-5250-4DC7-C351B09E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972E-509A-7FB0-4244-920C5DCDF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BF7E1-4604-2EB7-AE37-A35E6CEBC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01A0B-91DB-3059-8BBA-9D5EF5DF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2278F-C2D6-8104-53DA-7D67790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D28B8-9C93-EA95-58CD-5B6FD5E8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8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6DA6-6BC5-9FC7-7A5D-4922F2C0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62579-D823-15FC-4E2E-DBE56D8AC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FA95F-EAB8-415B-52CA-7D8468B2C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4CBB9-C38B-4892-D218-0D8412F3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419D3-B136-9366-6039-F47D4551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0317-22D9-5EAD-2FAA-3304B91B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5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1D51-8049-65F7-C43E-3BEB210E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D0314-0788-61C7-94BD-4E9EE9991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391F-C470-7DA8-8772-21BB51FA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DDCD-C207-AF23-DC91-30DB4377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84F7-DE2C-FB47-FA3C-09A58077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CAF9F-60DD-08C1-1517-657BDF0EE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5614E-AE74-998D-BDEE-BF0284E5F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F0EE-040F-94BA-9D72-D571651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65118-CA27-1069-6708-9720A0A3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A86A5-B39F-4027-6721-69588538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0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D52C0-245D-49E1-C94A-9458CD66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63CDA-6AAA-020D-E033-EDCC7D223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B3FBC-3772-C113-DF85-6EA545FBB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0B3C-E2C7-534D-971A-DFA71DA59DB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949B-0408-C029-56AB-A08C2A944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909C-FE5F-549C-8C8C-D0025CA6C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92866-3D19-4E4E-B177-53330426D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97AC5B-7B6C-CEDC-8F4E-E90E943C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44" y="710283"/>
            <a:ext cx="1270131" cy="1270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DF881-E6D2-1198-A14F-A5928660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492" y="1054784"/>
            <a:ext cx="1094648" cy="566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3B8354-0705-4585-BD7C-C6B3D9ABA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244" y="2158345"/>
            <a:ext cx="1336276" cy="1348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E7873D-94FB-03E8-58CD-3565249E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145" y="2186626"/>
            <a:ext cx="1270131" cy="12701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200A4-F3A9-7190-DBFA-D37F0E81D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044" y="3666045"/>
            <a:ext cx="1336276" cy="1348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C272E8-98D8-D13D-0E91-834D78ED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037" y="3666045"/>
            <a:ext cx="1336276" cy="1348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6F0DE1-B7CA-47A1-08C8-44E361BA9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072" y="5014146"/>
            <a:ext cx="1336276" cy="1348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80EF89-BF1B-3A6C-03C8-073531C88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161" y="710282"/>
            <a:ext cx="1270131" cy="12604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683A7D-36B1-FCAB-F3CD-C9845F9FA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968" y="710281"/>
            <a:ext cx="1270131" cy="12701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46A1E2-8CCF-327A-A1E1-2ADB6B784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968" y="2166494"/>
            <a:ext cx="1336276" cy="1348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1FCB0-0E9C-35DD-35E7-A6862863E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295" y="2147640"/>
            <a:ext cx="1270131" cy="1260436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43E7B4D-0F8A-F5DB-7DC0-98DF6B91613F}"/>
              </a:ext>
            </a:extLst>
          </p:cNvPr>
          <p:cNvSpPr/>
          <p:nvPr/>
        </p:nvSpPr>
        <p:spPr>
          <a:xfrm>
            <a:off x="2930645" y="1213852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AC8176B-2EC5-F5E9-5765-741FC02A290F}"/>
              </a:ext>
            </a:extLst>
          </p:cNvPr>
          <p:cNvSpPr/>
          <p:nvPr/>
        </p:nvSpPr>
        <p:spPr>
          <a:xfrm>
            <a:off x="2959746" y="2684207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E4851A4-09E8-ACF2-AA70-9210F84BA8CB}"/>
              </a:ext>
            </a:extLst>
          </p:cNvPr>
          <p:cNvSpPr/>
          <p:nvPr/>
        </p:nvSpPr>
        <p:spPr>
          <a:xfrm>
            <a:off x="7932875" y="1223279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EF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94605DA-DD1A-9DDB-154C-C0EF86F698C6}"/>
              </a:ext>
            </a:extLst>
          </p:cNvPr>
          <p:cNvSpPr/>
          <p:nvPr/>
        </p:nvSpPr>
        <p:spPr>
          <a:xfrm>
            <a:off x="7974234" y="2624541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C8D1600-56A8-4473-00FC-2F82010E666A}"/>
              </a:ext>
            </a:extLst>
          </p:cNvPr>
          <p:cNvSpPr/>
          <p:nvPr/>
        </p:nvSpPr>
        <p:spPr>
          <a:xfrm>
            <a:off x="3055396" y="4163989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91729C8-EA3E-11D9-FBA9-657F3C7B3D98}"/>
              </a:ext>
            </a:extLst>
          </p:cNvPr>
          <p:cNvSpPr/>
          <p:nvPr/>
        </p:nvSpPr>
        <p:spPr>
          <a:xfrm>
            <a:off x="2980505" y="5574184"/>
            <a:ext cx="633071" cy="306634"/>
          </a:xfrm>
          <a:prstGeom prst="rightArrow">
            <a:avLst>
              <a:gd name="adj1" fmla="val 50000"/>
              <a:gd name="adj2" fmla="val 104933"/>
            </a:avLst>
          </a:prstGeom>
          <a:solidFill>
            <a:srgbClr val="3366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6515B7-B6F5-2BF4-F1A9-78DB937FE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58" y="5404875"/>
            <a:ext cx="1094648" cy="56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5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max.rudik@outlook.com</dc:creator>
  <cp:lastModifiedBy>max.rudik@outlook.com</cp:lastModifiedBy>
  <cp:revision>2</cp:revision>
  <dcterms:created xsi:type="dcterms:W3CDTF">2025-10-14T05:22:54Z</dcterms:created>
  <dcterms:modified xsi:type="dcterms:W3CDTF">2025-10-14T06:42:22Z</dcterms:modified>
</cp:coreProperties>
</file>