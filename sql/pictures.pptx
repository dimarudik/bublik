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87B1"/>
    <a:srgbClr val="BCE7FC"/>
    <a:srgbClr val="3C9FFA"/>
    <a:srgbClr val="358BDB"/>
    <a:srgbClr val="0077DF"/>
    <a:srgbClr val="336691"/>
    <a:srgbClr val="EF1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1"/>
    <p:restoredTop sz="94674"/>
  </p:normalViewPr>
  <p:slideViewPr>
    <p:cSldViewPr snapToGrid="0">
      <p:cViewPr varScale="1">
        <p:scale>
          <a:sx n="124" d="100"/>
          <a:sy n="124" d="100"/>
        </p:scale>
        <p:origin x="71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38CD1-EF91-296E-30F0-AC619CDDF8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EE2CCB-70DB-CCF9-241F-19CC74A193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2AC4D7-304F-3B95-7916-0500032F3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6E87AD-399C-7B54-301A-95A7D3D35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D7CECD-99D7-C9EC-69AB-73DE14B6A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465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59272-CA1E-6DC0-D17E-5B2C55DCB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351CEE-54AA-ADBC-CD60-0BA8E45C12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BDFF6-D68B-1C45-0F6D-1F437AA60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708A29-D46B-7D1E-5F52-0388C16FD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0148A6-0912-07A6-5C8C-F98540CEE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953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6A286-60AF-5011-9EA6-82896DBBD7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8939D8-B99A-32ED-8950-05F06C00F3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EED1B9-7072-C6FD-8C33-C02EEEFAC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965D28-2E05-6EF3-755C-703C1FDCA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8EC2A9-6DD9-4F57-05A9-03414A61B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5708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AF4DE-8B0F-0E0E-63E1-DAF083D72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86D233-B733-0951-E5FB-AB9D129F9B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09474-8D01-6FC9-D5CD-27E3AB3C99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951DD1-CEAC-ABB7-6EFC-5242E53A8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DB7A16-F67A-F728-E0EE-2CDCACCA2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62F4D2-423F-282D-3522-7DA13E514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8272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A8B80-4442-54D1-9E29-691B7CA3A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FFF26E-95D1-5286-571E-96C3671C59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A46E0D-9C35-1D46-BCA3-5F81342F1C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AE427E-3A77-6DD5-B71C-7E8966E82B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F7F1B6-6680-22CF-F9C6-A8EF35A458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3B03CE-8940-D266-0111-7C0ABEF45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2/16/26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8DA762-743D-AED7-2198-5C931A384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C184E9-A723-8452-81FE-68178A6E7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4850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95B59-E91F-B956-15AD-3330837D9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81EAA98-965B-0F6F-9D53-7F2D58BD1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2/16/26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D1C8F0-2EAD-FF43-27F2-144F27ABF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C72F2E-3CF0-1465-9101-FD483CE89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841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CCEF56-0E38-6879-B080-417418C1D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2/16/26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8067BB-8661-F6F4-8926-07DBA00C65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0B2ED-3916-A4CC-7BD0-E3C46289B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134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260C3-4BAA-5250-4DC7-C351B09E4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29972E-509A-7FB0-4244-920C5DCDF8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8BF7E1-4604-2EB7-AE37-A35E6CEBC9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01A0B-91DB-3059-8BBA-9D5EF5DF7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F2278F-C2D6-8104-53DA-7D6779061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6D28B8-9C93-EA95-58CD-5B6FD5E8C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9859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56DA6-6BC5-9FC7-7A5D-4922F2C05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562579-D823-15FC-4E2E-DBE56D8AC7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DFA95F-EAB8-415B-52CA-7D8468B2C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F4CBB9-C38B-4892-D218-0D8412F3C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3419D3-B136-9366-6039-F47D45512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9C0317-22D9-5EAD-2FAA-3304B91B7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550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31D51-8049-65F7-C43E-3BEB210EE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7D0314-0788-61C7-94BD-4E9EE99918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391F-C470-7DA8-8772-21BB51FAF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2DDDCD-C207-AF23-DC91-30DB43774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8984F7-DE2C-FB47-FA3C-09A580773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3538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BCAF9F-60DD-08C1-1517-657BDF0EE5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D5614E-AE74-998D-BDEE-BF0284E5F4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A6F0EE-040F-94BA-9D72-D571651C8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665118-CA27-1069-6708-9720A0A3C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4A86A5-B39F-4027-6721-695885382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1053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8D52C0-245D-49E1-C94A-9458CD66E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763CDA-6AAA-020D-E033-EDCC7D2233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B3FBC-3772-C113-DF85-6EA545FBBB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1E0B3C-E2C7-534D-971A-DFA71DA59DBD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6949B-0408-C029-56AB-A08C2A944D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9909C-FE5F-549C-8C8C-D0025CA6C0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371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297AC5B-7B6C-CEDC-8F4E-E90E943C06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044" y="710283"/>
            <a:ext cx="1270131" cy="12701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E6DF881-E6D2-1198-A14F-A592866073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2492" y="1054784"/>
            <a:ext cx="1094648" cy="5666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A3B8354-0705-4585-BD7C-C6B3D9ABA9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1244" y="2158345"/>
            <a:ext cx="1336276" cy="13481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BE7873D-94FB-03E8-58CD-3565249E28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145" y="2186626"/>
            <a:ext cx="1270131" cy="127013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FC200A4-F3A9-7190-DBFA-D37F0E81D3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5044" y="3666045"/>
            <a:ext cx="1336276" cy="13481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DC272E8-98D8-D13D-0E91-834D78ED9C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1037" y="3666045"/>
            <a:ext cx="1336276" cy="134810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E6F0DE1-B7CA-47A1-08C8-44E361BA96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2072" y="5014146"/>
            <a:ext cx="1336276" cy="134810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180EF89-BF1B-3A6C-03C8-073531C886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4161" y="710282"/>
            <a:ext cx="1270131" cy="126043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0683A7D-36B1-FCAB-F3CD-C9845F9FAF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968" y="710281"/>
            <a:ext cx="1270131" cy="127013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346A1E2-8CCF-327A-A1E1-2ADB6B7843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968" y="2166494"/>
            <a:ext cx="1336276" cy="134810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121FCB0-0E9C-35DD-35E7-A6862863EA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1295" y="2147640"/>
            <a:ext cx="1270131" cy="1260436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C43E7B4D-0F8A-F5DB-7DC0-98DF6B91613F}"/>
              </a:ext>
            </a:extLst>
          </p:cNvPr>
          <p:cNvSpPr/>
          <p:nvPr/>
        </p:nvSpPr>
        <p:spPr>
          <a:xfrm>
            <a:off x="2930645" y="1213852"/>
            <a:ext cx="633071" cy="306634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EF1B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0AC8176B-2EC5-F5E9-5765-741FC02A290F}"/>
              </a:ext>
            </a:extLst>
          </p:cNvPr>
          <p:cNvSpPr/>
          <p:nvPr/>
        </p:nvSpPr>
        <p:spPr>
          <a:xfrm>
            <a:off x="2959746" y="2684207"/>
            <a:ext cx="633071" cy="306634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EF1B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5E4851A4-09E8-ACF2-AA70-9210F84BA8CB}"/>
              </a:ext>
            </a:extLst>
          </p:cNvPr>
          <p:cNvSpPr/>
          <p:nvPr/>
        </p:nvSpPr>
        <p:spPr>
          <a:xfrm>
            <a:off x="7932875" y="1223279"/>
            <a:ext cx="633071" cy="306634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EF1B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394605DA-DD1A-9DDB-154C-C0EF86F698C6}"/>
              </a:ext>
            </a:extLst>
          </p:cNvPr>
          <p:cNvSpPr/>
          <p:nvPr/>
        </p:nvSpPr>
        <p:spPr>
          <a:xfrm>
            <a:off x="7974234" y="2624541"/>
            <a:ext cx="633071" cy="306634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3366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Arrow 18">
            <a:extLst>
              <a:ext uri="{FF2B5EF4-FFF2-40B4-BE49-F238E27FC236}">
                <a16:creationId xmlns:a16="http://schemas.microsoft.com/office/drawing/2014/main" id="{3C8D1600-56A8-4473-00FC-2F82010E666A}"/>
              </a:ext>
            </a:extLst>
          </p:cNvPr>
          <p:cNvSpPr/>
          <p:nvPr/>
        </p:nvSpPr>
        <p:spPr>
          <a:xfrm>
            <a:off x="3055396" y="4163989"/>
            <a:ext cx="633071" cy="306634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3366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391729C8-EA3E-11D9-FBA9-657F3C7B3D98}"/>
              </a:ext>
            </a:extLst>
          </p:cNvPr>
          <p:cNvSpPr/>
          <p:nvPr/>
        </p:nvSpPr>
        <p:spPr>
          <a:xfrm>
            <a:off x="2980505" y="5574184"/>
            <a:ext cx="633071" cy="306634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3366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F6515B7-B6F5-2BF4-F1A9-78DB937FEF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2058" y="5404875"/>
            <a:ext cx="1094648" cy="56664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80C9618-041C-B5CF-7428-2DDB68888C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5596" y="3944989"/>
            <a:ext cx="1094648" cy="56664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20FC51F-0B57-27D9-CBEC-D4B73CFAF5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5686" y="3944989"/>
            <a:ext cx="1094648" cy="566641"/>
          </a:xfrm>
          <a:prstGeom prst="rect">
            <a:avLst/>
          </a:prstGeom>
        </p:spPr>
      </p:pic>
      <p:sp>
        <p:nvSpPr>
          <p:cNvPr id="21" name="Right Arrow 20">
            <a:extLst>
              <a:ext uri="{FF2B5EF4-FFF2-40B4-BE49-F238E27FC236}">
                <a16:creationId xmlns:a16="http://schemas.microsoft.com/office/drawing/2014/main" id="{8395C39A-1AA1-E044-CD65-8E4716AF1B53}"/>
              </a:ext>
            </a:extLst>
          </p:cNvPr>
          <p:cNvSpPr/>
          <p:nvPr/>
        </p:nvSpPr>
        <p:spPr>
          <a:xfrm>
            <a:off x="8025846" y="4096267"/>
            <a:ext cx="490588" cy="240089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1287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D05EB50-21B7-D774-8FC4-43881F744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9451" y="5007543"/>
            <a:ext cx="1094648" cy="566641"/>
          </a:xfrm>
          <a:prstGeom prst="rect">
            <a:avLst/>
          </a:prstGeom>
        </p:spPr>
      </p:pic>
      <p:sp>
        <p:nvSpPr>
          <p:cNvPr id="25" name="Right Arrow 24">
            <a:extLst>
              <a:ext uri="{FF2B5EF4-FFF2-40B4-BE49-F238E27FC236}">
                <a16:creationId xmlns:a16="http://schemas.microsoft.com/office/drawing/2014/main" id="{30227AA0-F8F8-0534-45D9-08494B8ADE27}"/>
              </a:ext>
            </a:extLst>
          </p:cNvPr>
          <p:cNvSpPr/>
          <p:nvPr/>
        </p:nvSpPr>
        <p:spPr>
          <a:xfrm>
            <a:off x="7959701" y="5158821"/>
            <a:ext cx="490588" cy="240089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1287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F8734051-726A-88B1-4E0C-4B47CC6CEC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4872" y="4637693"/>
            <a:ext cx="1336276" cy="1348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8522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max.rudik@outlook.com</dc:creator>
  <cp:lastModifiedBy>max.rudik@outlook.com</cp:lastModifiedBy>
  <cp:revision>5</cp:revision>
  <dcterms:created xsi:type="dcterms:W3CDTF">2025-10-14T05:22:54Z</dcterms:created>
  <dcterms:modified xsi:type="dcterms:W3CDTF">2026-02-16T11:44:32Z</dcterms:modified>
</cp:coreProperties>
</file>