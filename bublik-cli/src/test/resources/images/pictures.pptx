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61C1B"/>
    <a:srgbClr val="1287B1"/>
    <a:srgbClr val="BCE7FC"/>
    <a:srgbClr val="3C9FFA"/>
    <a:srgbClr val="358BDB"/>
    <a:srgbClr val="0077DF"/>
    <a:srgbClr val="336691"/>
    <a:srgbClr val="EF1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74"/>
  </p:normalViewPr>
  <p:slideViewPr>
    <p:cSldViewPr snapToGrid="0">
      <p:cViewPr varScale="1">
        <p:scale>
          <a:sx n="124" d="100"/>
          <a:sy n="124" d="100"/>
        </p:scale>
        <p:origin x="7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8CD1-EF91-296E-30F0-AC619CDDF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E2CCB-70DB-CCF9-241F-19CC74A19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C4D7-304F-3B95-7916-0500032F3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E87AD-399C-7B54-301A-95A7D3D3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7CECD-99D7-C9EC-69AB-73DE14B6A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65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9272-CA1E-6DC0-D17E-5B2C55DC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1CEE-54AA-ADBC-CD60-0BA8E45C1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DFF6-D68B-1C45-0F6D-1F437AA6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08A29-D46B-7D1E-5F52-0388C16F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148A6-0912-07A6-5C8C-F98540CE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95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6A286-60AF-5011-9EA6-82896DBBD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939D8-B99A-32ED-8950-05F06C00F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ED1B9-7072-C6FD-8C33-C02EEEFAC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65D28-2E05-6EF3-755C-703C1FDCA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EC2A9-6DD9-4F57-05A9-03414A61B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70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AF4DE-8B0F-0E0E-63E1-DAF083D72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6D233-B733-0951-E5FB-AB9D129F9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09474-8D01-6FC9-D5CD-27E3AB3C9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51DD1-CEAC-ABB7-6EFC-5242E53A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DB7A16-F67A-F728-E0EE-2CDCACCA2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2F4D2-423F-282D-3522-7DA13E514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27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A8B80-4442-54D1-9E29-691B7CA3A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FFF26E-95D1-5286-571E-96C3671C5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6E0D-9C35-1D46-BCA3-5F81342F1C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AE427E-3A77-6DD5-B71C-7E8966E82B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7F1B6-6680-22CF-F9C6-A8EF35A458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3B03CE-8940-D266-0111-7C0ABEF4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A762-743D-AED7-2198-5C931A38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184E9-A723-8452-81FE-68178A6E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8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95B59-E91F-B956-15AD-3330837D9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1EAA98-965B-0F6F-9D53-7F2D58BD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1C8F0-2EAD-FF43-27F2-144F27ABF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72F2E-3CF0-1465-9101-FD483CE89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4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CEF56-0E38-6879-B080-417418C1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067BB-8661-F6F4-8926-07DBA00C6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0B2ED-3916-A4CC-7BD0-E3C46289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60C3-4BAA-5250-4DC7-C351B09E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9972E-509A-7FB0-4244-920C5DCDF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BF7E1-4604-2EB7-AE37-A35E6CEBC9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01A0B-91DB-3059-8BBA-9D5EF5DF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2278F-C2D6-8104-53DA-7D67790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D28B8-9C93-EA95-58CD-5B6FD5E8C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9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56DA6-6BC5-9FC7-7A5D-4922F2C05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562579-D823-15FC-4E2E-DBE56D8AC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FA95F-EAB8-415B-52CA-7D8468B2C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4CBB9-C38B-4892-D218-0D8412F3C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419D3-B136-9366-6039-F47D45512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C0317-22D9-5EAD-2FAA-3304B91B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50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31D51-8049-65F7-C43E-3BEB210EE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D0314-0788-61C7-94BD-4E9EE9991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391F-C470-7DA8-8772-21BB51FA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DDDCD-C207-AF23-DC91-30DB43774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984F7-DE2C-FB47-FA3C-09A58077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5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BCAF9F-60DD-08C1-1517-657BDF0EE5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D5614E-AE74-998D-BDEE-BF0284E5F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F0EE-040F-94BA-9D72-D571651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65118-CA27-1069-6708-9720A0A3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A86A5-B39F-4027-6721-695885382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05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8D52C0-245D-49E1-C94A-9458CD66E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763CDA-6AAA-020D-E033-EDCC7D223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B3FBC-3772-C113-DF85-6EA545FBB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1E0B3C-E2C7-534D-971A-DFA71DA59DBD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6949B-0408-C029-56AB-A08C2A944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9909C-FE5F-549C-8C8C-D0025CA6C0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37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97AC5B-7B6C-CEDC-8F4E-E90E943C0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35" y="710283"/>
            <a:ext cx="1270131" cy="1270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6DF881-E6D2-1198-A14F-A59286607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583" y="1054784"/>
            <a:ext cx="1094648" cy="566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3B8354-0705-4585-BD7C-C6B3D9ABA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5335" y="2158345"/>
            <a:ext cx="1336276" cy="1348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E7873D-94FB-03E8-58CD-3565249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36" y="2186626"/>
            <a:ext cx="1270131" cy="12701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200A4-F3A9-7190-DBFA-D37F0E81D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135" y="3666045"/>
            <a:ext cx="1336276" cy="1348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272E8-98D8-D13D-0E91-834D78ED9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5128" y="3666045"/>
            <a:ext cx="1336276" cy="13481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F0DE1-B7CA-47A1-08C8-44E361BA9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63" y="5014146"/>
            <a:ext cx="1336276" cy="13481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80EF89-BF1B-3A6C-03C8-073531C88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437" y="710282"/>
            <a:ext cx="1270131" cy="12604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683A7D-36B1-FCAB-F3CD-C9845F9FA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244" y="710281"/>
            <a:ext cx="1270131" cy="127013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46A1E2-8CCF-327A-A1E1-2ADB6B784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244" y="2166494"/>
            <a:ext cx="1336276" cy="134810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1FCB0-0E9C-35DD-35E7-A6862863E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571" y="2147640"/>
            <a:ext cx="1270131" cy="1260436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3E7B4D-0F8A-F5DB-7DC0-98DF6B91613F}"/>
              </a:ext>
            </a:extLst>
          </p:cNvPr>
          <p:cNvSpPr/>
          <p:nvPr/>
        </p:nvSpPr>
        <p:spPr>
          <a:xfrm>
            <a:off x="1584736" y="1213852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C8176B-2EC5-F5E9-5765-741FC02A290F}"/>
              </a:ext>
            </a:extLst>
          </p:cNvPr>
          <p:cNvSpPr/>
          <p:nvPr/>
        </p:nvSpPr>
        <p:spPr>
          <a:xfrm>
            <a:off x="1613837" y="2684207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E4851A4-09E8-ACF2-AA70-9210F84BA8CB}"/>
              </a:ext>
            </a:extLst>
          </p:cNvPr>
          <p:cNvSpPr/>
          <p:nvPr/>
        </p:nvSpPr>
        <p:spPr>
          <a:xfrm>
            <a:off x="5282151" y="122327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94605DA-DD1A-9DDB-154C-C0EF86F698C6}"/>
              </a:ext>
            </a:extLst>
          </p:cNvPr>
          <p:cNvSpPr/>
          <p:nvPr/>
        </p:nvSpPr>
        <p:spPr>
          <a:xfrm>
            <a:off x="5323510" y="2624541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3C8D1600-56A8-4473-00FC-2F82010E666A}"/>
              </a:ext>
            </a:extLst>
          </p:cNvPr>
          <p:cNvSpPr/>
          <p:nvPr/>
        </p:nvSpPr>
        <p:spPr>
          <a:xfrm>
            <a:off x="1709487" y="416398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391729C8-EA3E-11D9-FBA9-657F3C7B3D98}"/>
              </a:ext>
            </a:extLst>
          </p:cNvPr>
          <p:cNvSpPr/>
          <p:nvPr/>
        </p:nvSpPr>
        <p:spPr>
          <a:xfrm>
            <a:off x="1634596" y="5574184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515B7-B6F5-2BF4-F1A9-78DB937FE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6149" y="5404875"/>
            <a:ext cx="1094648" cy="56664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0C9618-041C-B5CF-7428-2DDB68888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4872" y="3944989"/>
            <a:ext cx="1094648" cy="5666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0FC51F-0B57-27D9-CBEC-D4B73CFAF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962" y="3944989"/>
            <a:ext cx="1094648" cy="566641"/>
          </a:xfrm>
          <a:prstGeom prst="rect">
            <a:avLst/>
          </a:prstGeom>
        </p:spPr>
      </p:pic>
      <p:sp>
        <p:nvSpPr>
          <p:cNvPr id="21" name="Right Arrow 20">
            <a:extLst>
              <a:ext uri="{FF2B5EF4-FFF2-40B4-BE49-F238E27FC236}">
                <a16:creationId xmlns:a16="http://schemas.microsoft.com/office/drawing/2014/main" id="{8395C39A-1AA1-E044-CD65-8E4716AF1B53}"/>
              </a:ext>
            </a:extLst>
          </p:cNvPr>
          <p:cNvSpPr/>
          <p:nvPr/>
        </p:nvSpPr>
        <p:spPr>
          <a:xfrm>
            <a:off x="5375122" y="4096267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05EB50-21B7-D774-8FC4-43881F74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727" y="5007543"/>
            <a:ext cx="1094648" cy="566641"/>
          </a:xfrm>
          <a:prstGeom prst="rect">
            <a:avLst/>
          </a:prstGeom>
        </p:spPr>
      </p:pic>
      <p:sp>
        <p:nvSpPr>
          <p:cNvPr id="25" name="Right Arrow 24">
            <a:extLst>
              <a:ext uri="{FF2B5EF4-FFF2-40B4-BE49-F238E27FC236}">
                <a16:creationId xmlns:a16="http://schemas.microsoft.com/office/drawing/2014/main" id="{30227AA0-F8F8-0534-45D9-08494B8ADE27}"/>
              </a:ext>
            </a:extLst>
          </p:cNvPr>
          <p:cNvSpPr/>
          <p:nvPr/>
        </p:nvSpPr>
        <p:spPr>
          <a:xfrm>
            <a:off x="5308977" y="5158821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8734051-726A-88B1-4E0C-4B47CC6CE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4148" y="4637693"/>
            <a:ext cx="1336276" cy="1348101"/>
          </a:xfrm>
          <a:prstGeom prst="rect">
            <a:avLst/>
          </a:prstGeom>
        </p:spPr>
      </p:pic>
      <p:pic>
        <p:nvPicPr>
          <p:cNvPr id="1026" name="Picture 2" descr="Microsoft sql server Icons, Logos, Symbols – Free Download ...">
            <a:extLst>
              <a:ext uri="{FF2B5EF4-FFF2-40B4-BE49-F238E27FC236}">
                <a16:creationId xmlns:a16="http://schemas.microsoft.com/office/drawing/2014/main" id="{ADD5DC63-D8E1-D72E-A3CE-5117E36DC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3530" y="632311"/>
            <a:ext cx="1401567" cy="1401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ight Arrow 23">
            <a:extLst>
              <a:ext uri="{FF2B5EF4-FFF2-40B4-BE49-F238E27FC236}">
                <a16:creationId xmlns:a16="http://schemas.microsoft.com/office/drawing/2014/main" id="{6FF97ACD-DFFC-471E-C4FF-B27E108C6DBF}"/>
              </a:ext>
            </a:extLst>
          </p:cNvPr>
          <p:cNvSpPr/>
          <p:nvPr/>
        </p:nvSpPr>
        <p:spPr>
          <a:xfrm>
            <a:off x="9248677" y="1143745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B61C1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9EAE755-236B-9572-55FA-96CD8CDECB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3848" y="622617"/>
            <a:ext cx="1336276" cy="13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852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C4E4C8-7859-03D1-A84F-93EC2C4FB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636" y="515421"/>
            <a:ext cx="1524856" cy="167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42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max.rudik@outlook.com</dc:creator>
  <cp:lastModifiedBy>max.rudik@outlook.com</cp:lastModifiedBy>
  <cp:revision>8</cp:revision>
  <dcterms:created xsi:type="dcterms:W3CDTF">2025-10-14T05:22:54Z</dcterms:created>
  <dcterms:modified xsi:type="dcterms:W3CDTF">2026-07-08T08:01:43Z</dcterms:modified>
</cp:coreProperties>
</file>